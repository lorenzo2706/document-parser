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parser MVP unblocks the design-partner pipeline; the cost cut depends on the new caching layer landing in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Retention is the key narrative this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Goals for the quarter</a:t>
            </a:r>
          </a:p>
          <a:p>
            <a:pPr lvl="1">
              <a:defRPr sz="1800"/>
            </a:pPr>
            <a:r>
              <a:t>Ship parser MVP</a:t>
            </a:r>
          </a:p>
          <a:p>
            <a:pPr lvl="1">
              <a:defRPr sz="1800"/>
            </a:pPr>
            <a:r>
              <a:t>Onboard 3 design partners</a:t>
            </a:r>
          </a:p>
          <a:p>
            <a:pPr lvl="1">
              <a:defRPr sz="1800"/>
            </a:pPr>
            <a:r>
              <a:t>Cut infra cost 20%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12,400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1466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